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8" r:id="rId24"/>
    <p:sldId id="289" r:id="rId25"/>
    <p:sldId id="290" r:id="rId26"/>
    <p:sldId id="278" r:id="rId27"/>
    <p:sldId id="279" r:id="rId28"/>
    <p:sldId id="291" r:id="rId29"/>
    <p:sldId id="280" r:id="rId30"/>
    <p:sldId id="281" r:id="rId31"/>
    <p:sldId id="282" r:id="rId32"/>
    <p:sldId id="283" r:id="rId33"/>
    <p:sldId id="284" r:id="rId34"/>
    <p:sldId id="286" r:id="rId35"/>
    <p:sldId id="287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95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drives both meetings: what is the true dimension of your data, and can you trust that number?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storyline, stated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Eckart-Young; pose the new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dimension reduction, before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Centering and covariance; notation for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 maximization; solution = top right singular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dictionary between PCA language and SVD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hand; exactly rank-1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 into numerical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rho_k and its identity with approximation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Epsilon-rank definition and its Eckart-Young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case: rank is well-defined.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Ambiguous case: honesty about ill-defined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values; students verify when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list for the Python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data analysis to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Definition; special cases; least squares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Rank-1 rectangular; A+A is last week's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1/sigma coefficients; ill-posedness; TSVD and regularization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sigma = (1, 1e-6): a 0.1% error becomes 99.9%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handoff: everything rested on the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perturbation theory as answering a concrete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perturbation block so every piece has a stated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Rung 1: the eigenvalue idea with the eigenvector removed; anchored backward to PCA and forward to Weyl.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formula, the weighted-average reading, and max/min.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Definition; weighted average; ties back to PCA.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2x2; flatness near eigenvectors.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R(x)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Interior eigenvalues without eigenvectors; the stability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subspaces; dimension-counting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perturbation bound; contrast with nonsymmetric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shifts vs the bound; gap damping.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Weyl assembled into the signal-plus-noise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under another name; soft research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throughline;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The Dimension of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Numerical Rank, and Perturbation Theory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616: Computational Linear Algebra</a:t>
            </a:r>
            <a:endParaRPr lang="en-US" sz="24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Xuping Xie - Old Dominion University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One Question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true dimension of your data - and can you trust the answer?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gave the tool: the SVD orders directions by importance (Eckart-Young).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- PCA: the spectrum reveals how many dimensions data really uses.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- numerical rank: how to read a spectrum and choose the cutoff k.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- the pseudoinverse: solving; small singular values turn dangerous.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- perturbation theory: the spectrum is stable under noise.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Week 1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UΣVᵀ with σ₁ ≥ σ₂ ≥ ⋯ ≥ 0.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k terms is the BEST rank-k approximation; error = σₖ₊₁.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image compression exercise: a photo at 10-20% storage, little loss.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question: what if the matrix is a dataset - each row an image, a patient, a snapshot?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"how compressible" becomes "how many dimensions does my data occupy." The SVD becomes a scientific instrument: PCA.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Drowning in Dimensions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is high-dimensional: images (784 to 10⁶ pixels), gene profiles (~20,000), documents (~10⁵ words).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 hurts: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huge samples needed; distances lose meaning.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 cost grows with dimension, often quadratically.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Understanding: humans can look at 2-3 dimensions.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grace: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rarely fills its space - random pixels never look like a digit. PCA finds the best low-dimensional subspace through the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Data as a Centered Matrix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 points x₁, ..., xₘ in ℝⁿ: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mean from each point; stack as rows of X (m-by-n). Without centering, the top direction just points at the mean.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XᵀX / (m−1), symmetric positive semidefinite.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directions along which the data varies most - the axes of the data cloud, shown at right.</a:t>
            </a:r>
            <a:endParaRPr lang="en-US" sz="1800" dirty="0"/>
          </a:p>
        </p:txBody>
      </p:sp>
      <p:pic>
        <p:nvPicPr>
          <p:cNvPr id="5" name="Image 0" descr="Scatter plot of a tilted, elongated data cloud with two perpendicular arrows from the origin: a long red arrow v1 along the cloud's long axis labeled most variance, and a short green arrow v2 across i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25880"/>
            <a:ext cx="3063240" cy="23957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as an Optimization Problem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principal direction = the unit vector w maximizing projected variance: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w₁ = argmax over unit w of  wᵀCw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= top eigenvector of C = top right singular vector v₁ of X.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directions maximize variance subject to orthogonality: wₖ = vₖ.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SVD of the Centered Data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= UΣVᵀ, everything of PCA is in the factors: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directions = columns of V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along vᵢ = σᵢ²/(m−1)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k-dimensional representation (scores) = XVₖ = UₖΣₖ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PCA via the SVD of X - never by forming XᵀX explicitly: squaring X squares its rounding sensitivity.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PCA on Four Points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data:  (2, 1),  (−2, −1),  (1, 0.5),  (−1, −0.5)  as rows of X.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XᵀX = [ 10  5 ; 5  2.5 ],   det = 0,   trace = 12.5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12.5 and 0,  so  σ₁ = √12.5 ≈ 3.54,  σ₂ = 0,  v₁ = (2, 1)/√5.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points lie exactly on one line: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component captures 100% of the variance. The data is truly one-dimensional.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Example, Slightly Perturbed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third point from (1, 0.5) to (1, 0.6). Recompute: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σ₁ ≈ 3.55,    σ₂ ≈ 0.09  (small but no longer zero)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now "two-dimensional"?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yes. Honestly no - the second direction is a whisper of noise.</a:t>
            </a:r>
            <a:endParaRPr lang="en-US" sz="1800" dirty="0"/>
          </a:p>
        </p:txBody>
      </p:sp>
      <p:pic>
        <p:nvPicPr>
          <p:cNvPr id="5" name="Image 0" descr="Four data points lying exactly on the green line spanned by the vector (2, 1); a red circle marks the third point moved slightly off the line to (1, 0.6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3063240" cy="22677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 way to call σ₂ negligible. That is the next topic: numerical rank.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Components? Explained Variance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of the first k components:</a:t>
            </a: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ρₖ = (σ₁² + ⋯ + σₖ²) / (all σᵢ²)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Eckart-Young, 1 − ρₖ is exactly the relative error of the best rank-k reconstruction: "variance explained" and "approximation error" are one number, two views.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choices: keep ρₖ ≥ 0.90/0.95; look for an elbow or gap; use a noise threshold (next slide).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Rank: Counting Dimensions Honestly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rank is fragile: rounding (~10⁻¹⁶) makes every stored matrix full rank.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ε-rank: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rankε(A) = number of σᵢ above ε,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ε tied to the noise level (roundoff scale or measurement error).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right: σₖ₊₁ = distance to the nearest rank-k matrix. So rankε asks: the lowest rank consistent with the data, up to error ε.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σᵢ on a log scale; look for a gap or noise floor</a:t>
            </a:r>
            <a:r>
              <a:rPr lang="en-US" sz="18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Spectrum With a Gap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data, noise level ε ≈ 0.03:</a:t>
            </a: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σ = (12.4,  8.1,  3.5,  0.021,  0.014,  0.009)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orders of magnitude between σ₃ = 3.5 and σ₄ = 0.021: a clean gap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trailing three sit at the noise level - indistinguishable from zero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rankε = 3. The data supports a 3-dimensional model, no more.</a:t>
            </a:r>
            <a:endParaRPr lang="en-US" sz="1800" dirty="0"/>
          </a:p>
        </p:txBody>
      </p:sp>
      <p:pic>
        <p:nvPicPr>
          <p:cNvPr id="5" name="Image 0" descr="Log-scale plot of six singular values: three large values, then a drop of two orders of magnitude, labeled gap, to three tiny values below a dashed red line marking the noise leve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3063240" cy="22677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Spectrum Without a Gap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size, different data:</a:t>
            </a: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σ = (12.4,  3.1,  0.9,  0.24,  0.06,  0.017)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geometric decay - NO gap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2, 3, and 4 are all defensible; numerical rank is genuinely ill-defined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report is the whole spectrum, not one integer</a:t>
            </a:r>
            <a:endParaRPr lang="en-US" sz="1800" dirty="0"/>
          </a:p>
        </p:txBody>
      </p:sp>
      <p:pic>
        <p:nvPicPr>
          <p:cNvPr id="5" name="Image 0" descr="Log-scale plot of six singular values decaying steadily from 12.4 down to 0.017 with no visible gap between consecutive value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3063240" cy="22677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Moral: always look at the spectrum before you trust a rank.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MNIST's Spectrum Looks Like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MNIST: X is 70,000-by-784. The explained variance curve (approximate) is shown at right.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nominal dimensions; ~150 carry 95% of the variance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 directions have exactly zero variance: blank border pixels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ρ₂ = 0.17: a 2D plot shows real structure yet discards 83% of the variance</a:t>
            </a:r>
            <a:endParaRPr lang="en-US" sz="1800" dirty="0"/>
          </a:p>
        </p:txBody>
      </p:sp>
      <p:pic>
        <p:nvPicPr>
          <p:cNvPr id="5" name="Image 0" descr="Curve of explained variance versus number of components, rising steeply then leveling off, with marked points at (2, 0.17), (50, 0.82), and (150, 0.95) and a dotted line at 0.95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3063240" cy="22677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Coding: PCA on MNIST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first, then compare to scikit-learn: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Center X; compute the reduced SVD (do NOT form XᵀX).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Plot the spectrum and ρₖ; find k for 90% and 95%.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Show the top 16 directions as 28-by-28 images ("eigendigits").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Reconstruct digits at k = 5, 20, 50, 150.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Scatter-plot the (v₁, v₂) scores, colored by digit class.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Verify against sklearn.decomposition.PCA.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border pixels are almost always zero - where does that show up in the spectrum?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Application: Systems With No Solution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the SVD described data. Now use it to solve with data.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n parameters to m measurements gives Ax = b with A m-by-n: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calibration: m = 10,000 readings, n = 5 constants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m points, n features;  imaging: m detectors, n pixels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 n: inconsistent, no exact solution - settle for the best compromise.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&lt; n or dependent columns: infinitely many - choose one sensibly.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Moore-Penrose Pseudoinverse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A⁺ = V̂ Σ̂⁻¹ Ûᵀ = sum of (1/σᵢ) vᵢuᵢᵀ over i = 1..r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 invertible:  A⁺ = A⁻¹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column rank:  A⁺ = (AᵀA)⁻¹Aᵀ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A⁺b: among all x minimizing ‖Ax − b‖₂, the shortest one (how lstsq thinks)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A sends vᵢ to σᵢuᵢ;  A⁺ sends uᵢ back to (1/σᵢ)vᵢ, and kills anything outside range(A).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Pseudoinverse by Hand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[ 1 1 ; 1 1 ; 0 0 ]  (3-by-2, rank 1):   σ₁ = 2,  u₁ = (1,1,0)/√2,  v₁ = (1,1)/√2.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A⁺ = (1/σ₁) v₁u₁ᵀ = (1/4) [ 1 1 0 ; 1 1 0 ]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A⁺A = (1/2)[ 1 1 ; 1 1 ]: not I - the orthogonal projector from last week's example!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(1, 1, 5): A⁺b = (1/2, 1/2) - the third component is outside range(A); A⁺ ignores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Danger: Small σ Amplify Noise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σᵢ of A become the largest amplifiers in A⁺.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σᵣ = 10⁻¹², components along uᵣ get multiplied by 10¹².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aligned with small-σ directions explodes: ill-posed inverse problems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1 - truncate (TSVD), cutting at the numerical rank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2 - regularize (ridge / Tikhonov)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00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PCA, small σᵢ were merely unimportant. In solving, they are dangerous. Same spectrum, higher stakes.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Noise Amplification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σ₁ = 1, σ₂ = 10⁻⁶.  Clean data b = u₁ gives A⁺b = v₁. Perfect.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0.1% noise:  b̃ = u₁ + 10⁻³u₂. Then:</a:t>
            </a: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A⁺b̃ = v₁ + (10⁻³/10⁻⁶) v₂ = v₁ + 1000 v₂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0.1% data error produced a solution that is 99.9% noise.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TSVD rescue: drop the σ₂ term - give up the unresolvable part, keep a stable answer for the rest. This trade-off (resolution vs. stability) is the heart of regularization.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Loose Thread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 was one act: read the spectrum, cut it.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keeps large σᵢ;  numerical rank counts σᵢ above noise;  TSVD discards the dangerous small ones.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loose thread: your matrix is itself noisy - resampling, remeasuring, even floating point storage changes X slightly. If small perturbations could scramble the σᵢ, every cut we made was arbitrary.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spectrum cannot be scrambled - σᵢ move at most as far as the perturbation.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A Skeptic's Challenge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Earlier: ~150 components carry 95% of MNIST's variance. A skeptic: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"Collect 70,000 different digits tomorrow and every entry of X changes. Why should the spectrum, the rank, or the eigendigits survive?"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hypothetical: noise perturbs every data matrix, and rounding perturbs every stored one (‖E‖ ≈ 10⁻¹⁶‖A‖). We never compute with A - always with A + 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σᵢ could move arbitrarily under small E, everything so far is numerology. Today we prove they cannot.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Strategy: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 |σₖ(X + E) − σₖ(X)| ≤ ‖E‖₂.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σₖ and λₖ are defined through their vectors (Sq = λq) - and E scrambles vectors.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proof climbs three rungs: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Rayleigh quotient: vectors → numbers, shifting ≤ ‖E‖₂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Courant-Fischer: every λₖ from those numbers alone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Weyl: combine - the spectrum is stable</a:t>
            </a:r>
            <a:endParaRPr lang="en-US" sz="1800" dirty="0"/>
          </a:p>
        </p:txBody>
      </p:sp>
      <p:pic>
        <p:nvPicPr>
          <p:cNvPr id="5" name="Image 0" descr="Ladder diagram of four stacked boxes connected by downward arrows: Rayleigh quotient turns a vector into a number shifting at most the norm of E; Courant-Fischer expresses every eigenvalue from those numbers alone; Weyl bounds every singular value shift by the norm of E; therefore PCA, numerical rank, and TSVD are stable under nois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143000"/>
            <a:ext cx="320040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Quotient: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are defined through eigenvectors: Sq = λq. But eigenvectors are exactly what noise scrambles - when two eigenvalues are close, a tiny E can rotate their eigenvectors completely.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eigenvector from the eigenvalue idea. EVERY vector x reports a number R(x); if x happens to be an eigenvector, R(x) is its eigenvalue.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already used it: PCA's "variance along w" is R(w) with S = C. Maximizing variance WAS maximizing a Rayleigh quotient - we just never said the name.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superpower here: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 by E changes R(x) by at most ‖E‖₂ - for every x at once. That gentle behavior is rung 1.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Quotient: Definition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symmetric S and x ≠ 0:    R(x) = xᵀSx / xᵀx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eigenbasis, R(x) is a weighted average of the eigenvalues - so λ₁ = max R(x) and λₙ = min R(x): the extreme eigenvalues with no eigenvectors in sight.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Perturbation-friendly:  R for S+E  =  R for S  +  xᵀEx/xᵀx,  and  |xᵀEx|/xᵀx ≤ ‖E‖₂.  Every value of R shifts by at most ‖E‖₂ - rung 1, proved in one line.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meaning: R(x) is the least squares fit of α in Sx ≈ αx.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question: what about the INTERIOR eigenvalues λ₂, ..., λₙ₋₁? Neither max nor min reaches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Rayleigh Quotient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symmetric S with eigenvalues λ₁ ≥ ⋯ ≥ λₙ:</a:t>
            </a:r>
            <a:endParaRPr lang="en-US" sz="18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R(x) = xᵀSx / xᵀx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x in the eigenbasis: R(x) is a weighted average of the λᵢ.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λ₁ = max R(x) and λₙ = min R(x).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already used this: variance along w is a Rayleigh quotient with S = C.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Rayleigh Quotients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[ 3 1 ; 1 3 ]:  λ₁ = 4 at q₁ = (1,1)/√2;  λ₂ = 2 at q₂ = (1,−1)/√2.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R(q₁) = 4 (max);  R(q₂) = 2 (min)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R(e₁) = 3: the average of 4 and 2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extrema: for x = q₁ + εq₂,  R = 4 − 2ε² + O(ε⁴)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O(ε) vector error costs only O(ε²) in the value - why Rayleigh-based algorithms converge so fast.</a:t>
            </a:r>
            <a:endParaRPr lang="en-US" sz="1800" dirty="0"/>
          </a:p>
        </p:txBody>
      </p:sp>
      <p:pic>
        <p:nvPicPr>
          <p:cNvPr id="5" name="Image 0" descr="Curve of the Rayleigh quotient versus the direction angle of a unit vector: a smooth wave with a flat maximum of 4 at pi over 4 and a flat minimum of 2 at 3 pi over 4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3063240" cy="22677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Quotient: Applications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99607" y="12344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use: rung 1 of the stability ladder - the raw material that Courant-Fischer and Weyl are built from.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variance along any direction is a Rayleigh quotient of the covariance.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estimation: iterative eigenvalue methods turn their current vector into a value via R(x) - the flatness is why those estimates are so accurate.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and engineering: energy of a state; fundamental frequencies of a structure are Rayleigh quotients of stiffness against mass.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Courant-Fischer Min-Max Theorem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λₖ = max over k-dim subspaces V of ( min over x in V of R(x) )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worst-case Rayleigh quotient over k-dimensional subspaces; the optimum is span{q₁, ..., qₖ}.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λₖ is characterized with no reference to eigenvectors or other eigenvalues - so the characterization survives perturbing 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value version (apply to S = AᵀA):  σₖ(A) = max over k-dim V of min over x in V of ‖Ax‖/‖x‖.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Courant-Fischer on diag(5, 3, 1)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λ₂ = 3 is the best worst-case R over 2-dimensional subspaces.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span{e₁, e₂}: worst case e₂, min R = 3.  Optimal.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span{e₁, e₃}: worst case e₃, min R = 1.  Worse.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plane span{e₁, (e₂+e₃)/√2}: min R = 2.  Worse.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Obstruction: every 2D subspace meets span{e₂, e₃} (2 + 2 &gt; 3), and there R ≤ 3 - no clever subspace beats 3.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dimension-counting trick IS the proof - and Weyl's, next.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Weyl: Spectra Are Perfectly Conditioned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(Weyl). 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|σₖ(A + E) − σₖ(A)| ≤ ‖E‖₂  for every k (and likewise λₖ for symmetric matrices).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9456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idea: sandwich Rayleigh quotients, then apply Courant-Fischer with the SAME subspaces on both sides.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perturbation of size ε moves every singular value by at most ε. No amplification, ever.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eigenvalues of nonsymmetric matrices can be violently sensitive - the symmetry behind Courant-Fischer is doing real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Weyl in Action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diag(5, 3, 1);  add E coupling the first two coordinates, ‖E‖₂ = 0.1:</a:t>
            </a:r>
            <a:endParaRPr lang="en-US" sz="18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 + E = [ 5  0.1  0 ;  0.1  3  0 ;  0  0  1 ]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eigenvalues: 4 ± √1.01 and 1, i.e.  5.005...,  2.995...,  1.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shifts ≈ 0.005 - all far within the guarantee of 0.1</a:t>
            </a:r>
            <a:endParaRPr lang="en-US" sz="1800" dirty="0"/>
          </a:p>
          <a:p>
            <a:pPr marL="203200" indent="-2032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is the worst case; well-separated eigenvalues move ~ ‖E‖²/gap, much less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Skeptic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signal + noise:  X̃ = X + E,  rank(X) = k,  ‖E‖₂ = ε. By Weyl:</a:t>
            </a:r>
            <a:endParaRPr lang="en-US" sz="18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σᵢ(X̃) ≥ σᵢ(X) − ε  for i ≤ k;      σᵢ(X̃) ≤ ε  for i &gt; k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signal: k large values, a gap, a noise floor at ε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rank detects the true k; truncation is stable</a:t>
            </a:r>
            <a:endParaRPr lang="en-US" sz="18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σₖ(X) ≈ ε: genuinely hard for any algorithm</a:t>
            </a:r>
            <a:endParaRPr lang="en-US" sz="1800" dirty="0"/>
          </a:p>
        </p:txBody>
      </p:sp>
      <p:pic>
        <p:nvPicPr>
          <p:cNvPr id="5" name="Image 0" descr="Log-scale singular value plot of noisy data: three large signal values, then a flat noise floor of small values near a dashed red line at the noise level epsilo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3063240" cy="22677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EAF0F8"/>
          </a:solidFill>
          <a:ln w="12700">
            <a:solidFill>
              <a:srgbClr val="00336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decay-plus-tail picture from your coding exercises IS this theorem in action.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Computing: POD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in scientific computing is called Proper Orthogonal Decomposition.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produce snapshots: the flow field at many times, each with 10⁶+ grid values. Stack, center, take the SVD: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vᵢ = POD modes: coherent flow structures;  σᵢ² = kinetic energy of mode i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modes often carries 95%+ of the energy</a:t>
            </a:r>
            <a:endParaRPr lang="en-US" sz="1800" dirty="0"/>
          </a:p>
          <a:p>
            <a:pPr marL="203200" indent="-203200" algn="l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projecting the equations onto them gives a tiny, fast surrogate model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AF4EE"/>
          </a:solidFill>
          <a:ln w="12700">
            <a:solidFill>
              <a:srgbClr val="006633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theorem as the eigendigits - different community, same SVD. Active research in our department; ask me if curious.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The Ladder, Climbed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= SVD of centered data; the spectrum is the data's true dimension.</a:t>
            </a:r>
            <a:endParaRPr lang="en-US" sz="18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rank: count σᵢ above the noise - trust it only across a gap.</a:t>
            </a:r>
            <a:endParaRPr lang="en-US" sz="18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Pseudoinverse: solving via 1/σᵢ - small singular values turn dangerous.</a:t>
            </a:r>
            <a:endParaRPr lang="en-US" sz="18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Courant-Fischer + Weyl: perturbations of size ε move every σᵢ by at most ε.</a:t>
            </a:r>
            <a:endParaRPr lang="en-US" sz="1800" dirty="0"/>
          </a:p>
          <a:p>
            <a:pPr marL="203200" indent="-203200" algn="l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gaps, ranks, and cutoffs are stable - the skeptic is answered.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Schur decomposition, spectral theorem, positive semidefinite matrices, Gershgorin disks. Reading: Horn &amp; Johnson Ch. 2, 7.1-7.2.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4444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2275</TotalTime>
  <Words>3795</Words>
  <Application>Microsoft Macintosh PowerPoint</Application>
  <PresentationFormat>On-screen Show (16:9)</PresentationFormat>
  <Paragraphs>378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Week 2: The Dimension of Data</vt:lpstr>
      <vt:lpstr>This Week's One Question</vt:lpstr>
      <vt:lpstr>Bridge From Week 1</vt:lpstr>
      <vt:lpstr>Motivation: Drowning in Dimensions</vt:lpstr>
      <vt:lpstr>Setup: Data as a Centered Matrix</vt:lpstr>
      <vt:lpstr>PCA as an Optimization Problem</vt:lpstr>
      <vt:lpstr>PCA = SVD of the Centered Data</vt:lpstr>
      <vt:lpstr>Example: PCA on Four Points</vt:lpstr>
      <vt:lpstr>Same Example, Slightly Perturbed</vt:lpstr>
      <vt:lpstr>How Many Components? Explained Variance</vt:lpstr>
      <vt:lpstr>Numerical Rank: Counting Dimensions Honestly</vt:lpstr>
      <vt:lpstr>Example: A Spectrum With a Gap</vt:lpstr>
      <vt:lpstr>Example: A Spectrum Without a Gap</vt:lpstr>
      <vt:lpstr>What MNIST's Spectrum Looks Like</vt:lpstr>
      <vt:lpstr>Coding: PCA on MNIST</vt:lpstr>
      <vt:lpstr>Second Application: Systems With No Solution</vt:lpstr>
      <vt:lpstr>The Moore-Penrose Pseudoinverse</vt:lpstr>
      <vt:lpstr>Example: A Pseudoinverse by Hand</vt:lpstr>
      <vt:lpstr>The Danger: Small σ Amplify Noise</vt:lpstr>
      <vt:lpstr>Example: Noise Amplification</vt:lpstr>
      <vt:lpstr>The Loose Thread</vt:lpstr>
      <vt:lpstr>Motivation: A Skeptic's Challenge</vt:lpstr>
      <vt:lpstr>The Proof Strategy:</vt:lpstr>
      <vt:lpstr>Rayleigh Quotient:</vt:lpstr>
      <vt:lpstr>Rayleigh Quotient: Definition</vt:lpstr>
      <vt:lpstr>The Rayleigh Quotient</vt:lpstr>
      <vt:lpstr>Example: Rayleigh Quotients</vt:lpstr>
      <vt:lpstr>Rayleigh Quotient: Applications</vt:lpstr>
      <vt:lpstr>The Courant-Fischer Min-Max Theorem</vt:lpstr>
      <vt:lpstr>Example: Courant-Fischer on diag(5, 3, 1)</vt:lpstr>
      <vt:lpstr>Weyl: Spectra Are Perfectly Conditioned</vt:lpstr>
      <vt:lpstr>Example: Weyl in Action</vt:lpstr>
      <vt:lpstr>Answering the Skeptic</vt:lpstr>
      <vt:lpstr>Scientific Computing: POD</vt:lpstr>
      <vt:lpstr>Summary: The Ladder, Climbed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Xie, Xuping</cp:lastModifiedBy>
  <cp:revision>6</cp:revision>
  <dcterms:created xsi:type="dcterms:W3CDTF">2026-09-03T13:11:03Z</dcterms:created>
  <dcterms:modified xsi:type="dcterms:W3CDTF">2026-09-08T05:05:52Z</dcterms:modified>
</cp:coreProperties>
</file>